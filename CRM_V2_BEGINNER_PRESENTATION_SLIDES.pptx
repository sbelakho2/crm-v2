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CRM v2 — A Beginner's Walkthrough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7899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 guided tour of the platform, built directly from the live product pages, the route map, and the implementation docs — so what you see here is exactly what you get in the app.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Generated: 5/17/2026, 11:27:26 PM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The Big Picture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7899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It replaces scattered sales activity with one connected journey: find a prospect, qualify them, raise an RFQ, win the quote, and keep the customer.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Growth engines (ABM, email campaigns, web discovery) feed straight into execution engines (tasks, meetings, pipeline control) — no copy-paste between tools.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Every action leaves a trace, so day-to-day work turns into measurable signals you can actually report on and improve.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How To Read Each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7899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Start with Where it fits — what problem this page solves in the customer journey.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Look at What this page does for a plain description of the screen's job.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Use Try this in the demo as the two clicks worth showing live.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Wrap with Why it matters — the change in speed, quality, or conversion.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The small Built into the product footer proves the route and docs really exist.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01. / — Dashboard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Executive Dashboard (Cross-module KPIs)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morning cockpit — one screen that shows whether sales, marketing, and operations are healthy today.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Overview - 90 days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Start here in the morning — it’s the one screen that tells you whether the business is healthy today. The morning starting point — it pulls pipeline health, reminders, and conversion trends together so leaders know where to focus first.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morning starting point — it pulls pipeline health, reminders, and conversion trends together so leaders know where to focus first.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Scan pending lead approvals, at-risk RFQs, and the task backlog before deciding what the team should tackle today.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Compare today’s KPIs to last week or last month — the gap tells you whether to push discovery, outreach, or quote closure.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No new records are created here — the value is in seeing every module on one screen so priorities are obvious.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Leadership reacts faster when conversion or activity drifts off target.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02. /abm-dashboard — ABM Dashboard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2_abm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ABM Workspace (ABM Account/Playbook)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Pick the handful of accounts that really matter and coordinate the plays that win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Target, engage, and convert high-value accounts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The strategic targeting happens here, before a single outreach dollar gets spent. The ABM control room — pick the accounts that really matter, orchestrate the plays that win them, and watch progress against the strategic target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ABM control room — pick the accounts that really matter, orchestrate the plays that win them, and watch progress against the strategic target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accounts by fit, engagement, and buying signals before launching account-specific plays.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Link account view with playbook view so the strategy on paper turns into the actual next outreach.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ABM account and playbook state that campaign targeting and account-level reports rely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Focus shifts to high-value opportunities instead of high-volume but low-fit activity.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03. /abm-dashboard/account/new — New Account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3_abm-dashboard__account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ABM Workspace (ABM Account/Playbook)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Pick the handful of accounts that really matter and coordinate the plays that win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Create Account ABM target account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where the team decides which accounts deserve special focus and coordinated plays. The ABM control room — pick the accounts that really matter, orchestrate the plays that win them, and watch progress against the strategic target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ABM control room — pick the accounts that really matter, orchestrate the plays that win them, and watch progress against the strategic target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accounts by fit, engagement, and buying signals before launching account-specific plays.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Link account view with playbook view so the strategy on paper turns into the actual next outreach.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ABM account and playbook state that campaign targeting and account-level reports rely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Focus shifts to high-value opportunities instead of high-volume but low-fit activity.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04. /abm-dashboard/accounts — Target Accounts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4_abm-dashboard__ac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ABM Workspace (ABM Account/Playbook)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Pick the handful of accounts that really matter and coordinate the plays that win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where the team decides which accounts deserve special focus and coordinated plays. The ABM control room — pick the accounts that really matter, orchestrate the plays that win them, and watch progress against the strategic target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ABM control room — pick the accounts that really matter, orchestrate the plays that win them, and watch progress against the strategic target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accounts by fit, engagement, and buying signals before launching account-specific plays.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Link account view with playbook view so the strategy on paper turns into the actual next outreach.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ABM account and playbook state that campaign targeting and account-level reports rely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Focus shifts to high-value opportunities instead of high-volume but low-fit activity.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05. /abm-dashboard/playbooks — ABM Playbooks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5_abm-dashboard__playboo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ABM Workspace (ABM Account/Playbook)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Pick the handful of accounts that really matter and coordinate the plays that win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where the team decides which accounts deserve special focus and coordinated plays. The ABM control room — pick the accounts that really matter, orchestrate the plays that win them, and watch progress against the strategic target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ABM control room — pick the accounts that really matter, orchestrate the plays that win them, and watch progress against the strategic target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accounts by fit, engagement, and buying signals before launching account-specific plays.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Link account view with playbook view so the strategy on paper turns into the actual next outreach.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ABM account and playbook state that campaign targeting and account-level reports rely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Focus shifts to high-value opportunities instead of high-volume but low-fit activity.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06. /activities — Activities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6_activ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Activity Tracking (Activity)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A running log of every call, email, and meeting so account history is never lost in someone’s inbox.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Track and manage all customer interactions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history book of customer interactions — calls, meetings, and touches, all logged so account momentum is something you can actually see, not just guess 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history book of customer interactions — calls, meetings, and touches, all logged so account momentum is something you can actually see, not just guess 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Log every customer touch with a quick outcome note so future decisions are based on facts, not memory.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timeline to spot stalled accounts and reach out before the opportunity goes cold.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Writes activity records linked to the right company and contact so the full relationship is traceable.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Forecasts get more credible because engagement recency is visible to everyone on the team.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07. /activities/new — Log New Activity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7_activitie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Activity Tracking (Activity)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A running log of every call, email, and meeting so account history is never lost in someone’s inbox.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Record a new interaction with a company or contact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At this moment, the team is creating something new — a record that everything downstream will depend on. The history book of customer interactions — calls, meetings, and touches, all logged so account momentum is something you can actually see, not just guess 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history book of customer interactions — calls, meetings, and touches, all logged so account momentum is something you can actually see, not just guess 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Log every customer touch with a quick outcome note so future decisions are based on facts, not memory.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timeline to spot stalled accounts and reach out before the opportunity goes cold.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Writes activity records linked to the right company and contact so the full relationship is traceable.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Forecasts get more credible because engagement recency is visible to everyone on the team.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08. /activities/timeline — Activity Timeline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8_activities_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Activity Tracking (Activity)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A running log of every call, email, and meeting so account history is never lost in someone’s inbox.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A chronological view of all customer interactions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At this point in the journey, this page keeps the customer lifecycle moving forward. The history book of customer interactions — calls, meetings, and touches, all logged so account momentum is something you can actually see, not just guess 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history book of customer interactions — calls, meetings, and touches, all logged so account momentum is something you can actually see, not just guess 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Log every customer touch with a quick outcome note so future decisions are based on facts, not memory.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timeline to spot stalled accounts and reach out before the opportunity goes cold.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Writes activity records linked to the right company and contact so the full relationship is traceable.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Forecasts get more credible because engagement recency is visible to everyone on the team.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09. /admin/audit — Audit Log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09_admin_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Administration (Users/Datasets/Fields/Audit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Behind-the-scenes control: users, custom fields, datasets, and the audit trail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System activity and change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keep schema discipline, control imports, and adjust permissions carefully.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audit and history outputs before making big process changes — they catch silent regressions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configuration and governance state that quietly shapes how every business module behaves.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Compliance and reliability risks go down because changes are visible and controlled.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10. /admin/custom-fields — Custom Fields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0_admin__custom-fie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Administration (Users/Datasets/Fields/Audit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Behind-the-scenes control: users, custom fields, datasets, and the audit trail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keep schema discipline, control imports, and adjust permissions carefully.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audit and history outputs before making big process changes — they catch silent regressions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configuration and governance state that quietly shapes how every business module behaves.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Compliance and reliability risks go down because changes are visible and controlled.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11. /admin/custom-fields/new — New Custom Field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1_admin__custom-field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Administration (Users/Datasets/Fields/Audit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Behind-the-scenes control: users, custom fields, datasets, and the audit trail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a record-creation moment, and the quality at entry shapes how fast things move later.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keep schema discipline, control imports, and adjust permissions carefully.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audit and history outputs before making big process changes — they catch silent regressions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configuration and governance state that quietly shapes how every business module behaves.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Compliance and reliability risks go down because changes are visible and controlled.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12. /admin/datasets — Dataset Administration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2_admin__data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Administration (Users/Datasets/Fields/Audit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Behind-the-scenes control: users, custom fields, datasets, and the audit trail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Manage and import system datasets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keep schema discipline, control imports, and adjust permissions carefully.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audit and history outputs before making big process changes — they catch silent regressions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configuration and governance state that quietly shapes how every business module behaves.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Compliance and reliability risks go down because changes are visible and controlled.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13. /admin/datasets/history — Dataset Version History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3_admin__datasets_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Administration (Users/Datasets/Fields/Audit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Behind-the-scenes control: users, custom fields, datasets, and the audit trail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keep schema discipline, control imports, and adjust permissions carefully.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audit and history outputs before making big process changes — they catch silent regressions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configuration and governance state that quietly shapes how every business module behaves.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Compliance and reliability risks go down because changes are visible and controlled.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14. /admin/datasets/import — Import Dataset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4_admin__datasets__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Administration (Users/Datasets/Fields/Audit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Behind-the-scenes control: users, custom fields, datasets, and the audit trail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Upload new data files to the 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keep schema discipline, control imports, and adjust permissions carefully.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audit and history outputs before making big process changes — they catch silent regressions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configuration and governance state that quietly shapes how every business module behaves.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Compliance and reliability risks go down because changes are visible and controlled.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15. /admin/users — Users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5_admin_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Administration (Users/Datasets/Fields/Audit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Behind-the-scenes control: users, custom fields, datasets, and the audit trail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Manage system users and their permissions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keep schema discipline, control imports, and adjust permissions carefully.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audit and history outputs before making big process changes — they catch silent regressions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configuration and governance state that quietly shapes how every business module behaves.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Compliance and reliability risks go down because changes are visible and controlled.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16. /admin/users/new — New User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6_admin__user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Administration (Users/Datasets/Fields/Audit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Behind-the-scenes control: users, custom fields, datasets, and the audit trail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Add a new user to the 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a record-creation moment, and the quality at entry shapes how fast things move later.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platform governance area — it keeps the data model clean, controls who can do what, and preserves an honest record of every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keep schema discipline, control imports, and adjust permissions carefully.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audit and history outputs before making big process changes — they catch silent regressions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configuration and governance state that quietly shapes how every business module behaves.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Compliance and reliability risks go down because changes are visible and controlled.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17. /autonomous-sales — Sales Automation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7_autonomous-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Autonomous Sales (Autonomous orchestration state)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control room for automated outreach — see what is running, what is working, and what to pause.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5 steps remaining to complete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mission control for automated outbound — see what is running, how it is performing, and where the guardrails need adjusting.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mission control for automated outbound — see what is running, how it is performing, and where the guardrails need adjusting.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Tune the automation’s boundaries and check output quality before turning up the volume.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Confirm the learning loops, targeting, and fail-safes are still healthy before each scale-up.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Updates the automation’s configuration and changes how downstream outbound pipelines behave.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You get more reach without sacrificing relevance, as long as the guardrails stay maintained.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18. /calendar — Calendar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8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Calendar Planning (Calendar events)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Schedule the events that drive the sales motion and see them next to the pipeline they support.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Manage slots, availability, and booking links so it is easy to go from interest to confirmed meeting.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Protect selling time by watching the calendar for bottlenecks and over-booking.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schedule and booking state that the pipeline timeline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More meetings get booked because the time between first interest and confirmed slot is shorter.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19. /calendar/new — New Calendar Event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19_calendar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Calendar Planning (Calendar events)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Schedule the events that drive the sales motion and see them next to the pipeline they support.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At this moment, the team is creating something new — a record that everything downstream will depend on.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Manage slots, availability, and booking links so it is easy to go from interest to confirmed meeting.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Protect selling time by watching the calendar for bottlenecks and over-booking.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schedule and booking state that the pipeline timeline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More meetings get booked because the time between first interest and confirmed slot is shorter.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20. /calendar/search — Search Calendar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0_calendar_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Calendar Planning (Calendar events)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Schedule the events that drive the sales motion and see them next to the pipeline they support.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Find events by title or description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At this point in the journey, this page keeps the customer lifecycle moving forward.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Manage slots, availability, and booking links so it is easy to go from interest to confirmed meeting.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Protect selling time by watching the calendar for bottlenecks and over-booking.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schedule and booking state that the pipeline timeline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More meetings get booked because the time between first interest and confirmed slot is shorter.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21. /command-center — Command Center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1_command-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Command Center (Cross-module operational signals)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live nerve center — alerts, suggested actions, and metrics from across the platform in one view.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System Overview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When something starts to drift, the team coordinates here before the problem compounds. The live operations panel — alerts, metric shifts, and recommended actions across every active revenue workflow, all on one screen.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live operations panel — alerts, metric shifts, and recommended actions across every active revenue workflow, all on one screen.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Triage alerts by business impact first, then click through to the page that can actually fix the issue.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data, actions, and metrics views together so detection turns into immediate execution.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Pulls operational events from many modules into one place where the team can respond fast.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Reaction time drops when opportunities or risks shift unexpectedly.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22. /comp-crawler — 🔍 Competitor Intelligence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2_comp-craw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Competitive Crawler (Competitor pages and signals)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Watches competitor websites for changes and feeds the team useful market intelligence.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Discovery, profiling, and change monitoring of competitive landscape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At this point in the journey, this page keeps the customer lifecycle moving forward.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23. /comp-crawler/changes — 📊 Change Feed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3_comp-crawler__chan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Competitive Crawler (Competitor pages and signals)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Watches competitor websites for changes and feeds the team useful market intelligence.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Real-time monitoring of competitor digital footprint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24. /comp-crawler/list — 📋 Competitor Repository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4_comp-crawler_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Competitive Crawler (Competitor pages and signals)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Watches competitor websites for changes and feeds the team useful market intelligence.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0 Comprehensive list of identified market competitors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25. /comp-crawler/watchlists — 👁️ Watchlists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5_comp-crawler__watchli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Competitive Crawler (Competitor pages and signals)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Watches competitor websites for changes and feeds the team useful market intelligence.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Segmented groups of competitors for targeted monitoring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26. /companies — Companies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6_compan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Company Management (Company)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home for every buyer account — who they are, where they are in the journey, and what we know about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Filter companies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 clean account record here prevents friction in campaigns, RFQs, and handoffs down the line.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 account and contact attributes clean before you trigger any RFQ, campaign, or meeting from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discovered, new, and edit flows to keep duplicates and half-finished records out of core operations.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core CRM records that every other workflow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Personalization, routing, and handoffs between teams all get more accurate.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27. /companies/discovered — Discovered Companies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7_companies__discov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Company Management (Company)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home for every buyer account — who they are, where they are in the journey, and what we know about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Review and approve companies found by the webcrawler (not in compliance).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the master record for every buyer account — get it right here and every later stage gets easier.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 account and contact attributes clean before you trigger any RFQ, campaign, or meeting from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discovered, new, and edit flows to keep duplicates and half-finished records out of core operations.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core CRM records that every other workflow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Personalization, routing, and handoffs between teams all get more accurate.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28. /companies/new — New Company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8_companie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Company Management (Company)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home for every buyer account — who they are, where they are in the journey, and what we know about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Create your first company to get started.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the master record for every buyer account — get it right here and every later stage gets easier.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 account and contact attributes clean before you trigger any RFQ, campaign, or meeting from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discovered, new, and edit flows to keep duplicates and half-finished records out of core operations.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core CRM records that every other workflow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Personalization, routing, and handoffs between teams all get more accurate.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29. /compliance/overview — Compliance Overview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29_compliance_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Compliance Tracking (Compliance document requirements)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Keeps track of required documents — what is on file, what is missing, and what is about to expire.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Monitor and manage company compliance requirements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This page is the main list and triage view for Compliance Tracking.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This page is the main list and triage view for Compliance Tracking.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main controls on this screen to finish the current step without bouncing around the app.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Double-check the data before saving — reports, automations, and handoffs all rely on what gets recorded here.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change (or filtered view) tied to this route and leaves a clear trail of what happened.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Keeps execution sharp because everyone knows who owns the next step and where it sits in the lifecycle.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30. /contacts — Contacts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0_cont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Contact Management (Contact)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people side of each account: procurement, engineering, and decision-makers, with how strong the relationship 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Manage your contacts and relationships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the people side of the business — the procurement leads, engineers, and decision-makers we actually talk to.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 account and contact attributes clean before you trigger any RFQ, campaign, or meeting from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discovered, new, and edit flows to keep duplicates and half-finished records out of core operations.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core CRM records that every other workflow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Personalization, routing, and handoffs between teams all get more accurate.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31. /contacts/new — New Contact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1_contact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Contact Management (Contact)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people side of each account: procurement, engineering, and decision-makers, with how strong the relationship 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Add a new contact to the 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Accurate contact context here means outreach lands at the right time with the right person.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 account and contact attributes clean before you trigger any RFQ, campaign, or meeting from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discovered, new, and edit flows to keep duplicates and half-finished records out of core operations.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core CRM records that every other workflow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Personalization, routing, and handoffs between teams all get more accurate.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32. /currency-converter — Currency Converter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2_currency-conver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Currency Converter (FX conversion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Keeps every quote and report in comparable currency so cross-region comparisons stay honest.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Live exchange rates from central bank APIs — conversions update system-wide FX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analytical and normalization layer — it makes numbers comparable so decisions can be made on a fair, consistent basis.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analytical and normalization layer — it makes numbers comparable so decisions can be made on a fair, consistent basis.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standardize comparisons and take guesswork out of performance discussions.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Treat reports and conversions as inputs to a next decision, not as one-off documents.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Produces decision-grade reports and normalized values that sales operations actually use.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Executive and team-level planning becomes more consistent across regions and time periods.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33. /discovery-pipeline — Discovery Pipeline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3_discovery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Discovery Pipeline (Discovery pipeline stages)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Shows how new prospects flow from first discovery all the way to qualified opportunity.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34. /email-campaigns/ — Email Campaigns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4_email-campaigns_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Email Campaigns (EmailCampaign + EmailSend)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Plan outreach sequences, send them, and watch how recipients respond — all in one place.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Run multi-touch campaigns. Contacts who unsubscribe are blocked across all email modules. Send limits count emails from both campaigns and automated outreach to prevent over-emailing.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stage turns messaging work into something measurable instead of guesswork. The outreach engine — build campaigns or webinars, send them, and watch how the audience reacts so the next one is sharper.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outreach engine — build campaigns or webinars, send them, and watch how the audience reacts so the next one is sharper.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Adjust sequences based on real open, click, and reply patterns plus how well the audience fits.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Treat sending and analytics as one loop: launch, measure, refine, relaunch.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campaign and send records and captures every engagement event so iteration is measurable.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Outreach gets more efficient because untargeted volume drops and response quality climbs.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35. /email-campaigns/new — Create campaign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5_email-campaign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Email Campaigns (EmailCampaign + EmailSend)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Plan outreach sequences, send them, and watch how recipients respond — all in one place.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Setup sequence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stage turns messaging work into something measurable instead of guesswork. The outreach engine — build campaigns or webinars, send them, and watch how the audience reacts so the next one is sharper.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outreach engine — build campaigns or webinars, send them, and watch how the audience reacts so the next one is sharper.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Adjust sequences based on real open, click, and reply patterns plus how well the audience fits.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Treat sending and analytics as one loop: launch, measure, refine, relaunch.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campaign and send records and captures every engagement event so iteration is measurable.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Outreach gets more efficient because untargeted volume drops and response quality climbs.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36. /guidance/all — Notifications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6_guidance_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Guidance Notifications (Session guidance events)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Smart nudges that appear after big actions to remind you of the next best step.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due actions by urgency and impact, then close them out or re-scope honestly — no zombie tasks.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Pay attention to guidance prompts after big actions (new company, activity, conversion) — they catch easy misses.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task and guidance state so next steps after big workflow events are operational, not theoretical.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Follow-ups actually happen and commitments stop slipping between teams.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37. /lead-discovery/ — Lead Discovery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7_lead-discovery_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Lead Discovery Queue (Lead queue)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A staging area to sort through new leads before they ever touch your real account or contact list.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where raw discovery volume gets sorted into actual qualified opportunity flow.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38. /leads/ — Provisional leads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8_leads_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Lead Operations (Lead)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Where freshly discovered companies are reviewed, approved or denied, and promoted into the real CRM.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Filtering for fit happens here so sales effort stays focused and the funnel stays clean.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39. /leads/dashboard — Lead Dashboard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39_leads_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Lead Operations (Lead)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Where freshly discovered companies are reviewed, approved or denied, and promoted into the real CRM.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Filtering for fit happens here so sales effort stays focused and the funnel stays clean.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40. /leads/review — Lead Review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0_leads_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Lead Operations (Lead)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Where freshly discovered companies are reviewed, approved or denied, and promoted into the real CRM.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Filtering for fit happens here so sales effort stays focused and the funnel stays clean.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41. /meetings — Meetings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1_mee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Meeting Scheduler (Meeting)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Share booking links, surface real availability, and convert interest into confirmed meetings.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Schedule and manage meeting slots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Manage slots, availability, and booking links so it is easy to go from interest to confirmed meeting.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Protect selling time by watching the calendar for bottlenecks and over-booking.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schedule and booking state that the pipeline timeline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More meetings get booked because the time between first interest and confirmed slot is shorter.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42. /meetings/calendar — Meeting Calendar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2_meetings_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Meeting Scheduler (Meeting)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Share booking links, surface real availability, and convert interest into confirmed meetings.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Manage slots, availability, and booking links so it is easy to go from interest to confirmed meeting.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Protect selling time by watching the calendar for bottlenecks and over-booking.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schedule and booking state that the pipeline timeline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More meetings get booked because the time between first interest and confirmed slot is shorter.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43. /meetings/generate — Generate Recurring Slots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3_meetings__gene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Meeting Scheduler (Meeting)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Share booking links, surface real availability, and convert interest into confirmed meetings.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Create multiple meeting slots at once based on your availability.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At this point in the journey, this page keeps the customer lifecycle moving forward.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Manage slots, availability, and booking links so it is easy to go from interest to confirmed meeting.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Protect selling time by watching the calendar for bottlenecks and over-booking.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schedule and booking state that the pipeline timeline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More meetings get booked because the time between first interest and confirmed slot is shorter.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44. /meetings/my-link — My Booking Link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4_meetings__my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Meeting Scheduler (Meeting)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Share booking links, surface real availability, and convert interest into confirmed meetings.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Manage slots, availability, and booking links so it is easy to go from interest to confirmed meeting.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Protect selling time by watching the calendar for bottlenecks and over-booking.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schedule and booking state that the pipeline timeline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More meetings get booked because the time between first interest and confirmed slot is shorter.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45. /meetings/new — Create Meeting Slot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5_meeting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Meeting Scheduler (Meeting)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Share booking links, surface real availability, and convert interest into confirmed meetings.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a record-creation moment, and the quality at entry shapes how fast things move later.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scheduling layer — it turns “someone is interested” into “meeting on the calendar at 2pm Tuesday” and keeps follow-up cadence predictable.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Manage slots, availability, and booking links so it is easy to go from interest to confirmed meeting.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Protect selling time by watching the calendar for bottlenecks and over-booking.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schedule and booking state that the pipeline timeline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More meetings get booked because the time between first interest and confirmed slot is shorter.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46. /playbooks/ — ABM Playbooks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6_playbooks_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ABM Playbooks (Playbook)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Reusable engagement recipes for the accounts and segments you target most often.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Automated workflows for account-based marketing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This page is the main list and triage view for ABM Playbooks.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This page is the main list and triage view for ABM Playbooks.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main controls on this screen to finish the current step without bouncing around the app.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Double-check the data before saving — reports, automations, and handoffs all rely on what gets recorded here.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change (or filtered view) tied to this route and leaves a clear trail of what happened.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Keeps execution sharp because everyone knows who owns the next step and where it sits in the lifecycle.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47. /playbooks/new — New Playbook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7_playbook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ABM Playbooks (Playbook)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Reusable engagement recipes for the accounts and segments you target most often.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Automated workflows for account-based marketing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a record-creation moment, and the quality at entry shapes how fast things move later. This page is the screen for adding new records for ABM Playbooks.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This page is the screen for adding new records for ABM Playbooks.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main controls on this screen to finish the current step without bouncing around the app.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Double-check the data before saving — reports, automations, and handoffs all rely on what gets recorded here.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change (or filtered view) tied to this route and leaves a clear trail of what happened.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Keeps execution sharp because everyone knows who owns the next step and where it sits in the lifecycle.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48. /profile — My Profile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8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User Profile (User profile)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Personal settings — how you appear in the system and how the system behaves for you.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 account and contact attributes clean before you trigger any RFQ, campaign, or meeting from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discovered, new, and edit flows to keep duplicates and half-finished records out of core operations.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core CRM records that every other workflow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Personalization, routing, and handoffs between teams all get more accurate.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49. /quote-copilot — Quote CoPilot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49_quote-copi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Quote CoPilot (Quote + BOM insights)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A guided helper that walks you through pricing and sourcing decisions on each quote.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Check pricing, risk, and readiness signals before you push a quote or RFQ to the next stage.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pipeline and analytics views together — they tell you whether the problem is speed or win 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quote and RFQ status changes plus the reasoning behind them, which feeds revenue forecasts.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Conversion quality goes up because every commercial checkpoint is deliberate, not skipped.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50. /quote-copilot/quotes — Quote List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0_quote-copilot__qu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Quote CoPilot (Quote + BOM insights)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A guided helper that walks you through pricing and sourcing decisions on each quote.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Check pricing, risk, and readiness signals before you push a quote or RFQ to the next stage.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pipeline and analytics views together — they tell you whether the problem is speed or win 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quote and RFQ status changes plus the reasoning behind them, which feeds revenue forecasts.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Conversion quality goes up because every commercial checkpoint is deliberate, not skipped.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51. /quote-review — Quote Review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1_quote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Quote Review (Quote review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Final commercial check on each quote before it goes to the customer — numbers, terms, readiness.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Review generated quotes and price coverage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Check pricing, risk, and readiness signals before you push a quote or RFQ to the next stage.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pipeline and analytics views together — they tell you whether the problem is speed or win 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quote and RFQ status changes plus the reasoning behind them, which feeds revenue forecasts.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Conversion quality goes up because every commercial checkpoint is deliberate, not skipped.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52. /reports — Reports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2_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Report Builder (Report definitions + exports)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Build the reports you keep coming back to — pipeline, performance, and pacing — once, and reuse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where everyday activity becomes the kind of insight you can build a plan on. The analytical and normalization layer — it makes numbers comparable so decisions can be made on a fair, consistent basis.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analytical and normalization layer — it makes numbers comparable so decisions can be made on a fair, consistent basis.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standardize comparisons and take guesswork out of performance discussions.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Treat reports and conversions as inputs to a next decision, not as one-off documents.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Produces decision-grade reports and normalized values that sales operations actually use.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Executive and team-level planning becomes more consistent across regions and time periods.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53. /reports/new — Create New Report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3_report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Report Builder (Report definitions + exports)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Build the reports you keep coming back to — pipeline, performance, and pacing — once, and reuse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layer turns work into clear planning and accountability numbers. The analytical and normalization layer — it makes numbers comparable so decisions can be made on a fair, consistent basis.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analytical and normalization layer — it makes numbers comparable so decisions can be made on a fair, consistent basis.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this page to standardize comparisons and take guesswork out of performance discussions.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Treat reports and conversions as inputs to a next decision, not as one-off documents.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Produces decision-grade reports and normalized values that sales operations actually use.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Executive and team-level planning becomes more consistent across regions and time periods.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54. /rfqs/ — RFQ Pipeline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4_rfqs_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RFQ Pipeline (RFQ)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heart of commercial work — opportunities move through clear stages from first request to final outcome.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Track and manage RFQs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Quote readiness and stage confidence are managed here — it is where revenue is really won or lost.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Check pricing, risk, and readiness signals before you push a quote or RFQ to the next stage.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pipeline and analytics views together — they tell you whether the problem is speed or win 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quote and RFQ status changes plus the reasoning behind them, which feeds revenue forecasts.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Conversion quality goes up because every commercial checkpoint is deliberate, not skipped.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55. /rfqs/analytics/win-loss — Win/Loss Analytics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5_rfqs__analytics__win-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RFQ Pipeline (RFQ)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heart of commercial work — opportunities move through clear stages from first request to final outcome.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rfq.competitive_intelligence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Quote readiness and stage confidence are managed here — it is where revenue is really won or lost.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Check pricing, risk, and readiness signals before you push a quote or RFQ to the next stage.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pipeline and analytics views together — they tell you whether the problem is speed or win 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quote and RFQ status changes plus the reasoning behind them, which feeds revenue forecasts.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Conversion quality goes up because every commercial checkpoint is deliberate, not skipped.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56. /rfqs/new — New RFQ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6_rfq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RFQ Pipeline (RFQ)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heart of commercial work — opportunities move through clear stages from first request to final outcome.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Quote readiness and stage confidence are managed here — it is where revenue is really won or lost.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Check pricing, risk, and readiness signals before you push a quote or RFQ to the next stage.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pipeline and analytics views together — they tell you whether the problem is speed or win 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quote and RFQ status changes plus the reasoning behind them, which feeds revenue forecasts.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Conversion quality goes up because every commercial checkpoint is deliberate, not skipped.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57. /rfqs/pipeline — RFQ Pipeline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7_rfqs_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RFQ Pipeline (RFQ)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The heart of commercial work — opportunities move through clear stages from first request to final outcome.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Track RFQs across stages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Quote readiness and stage confidence are managed here — it is where revenue is really won or lost.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commercial workspace — deal economics, quote readiness, and stage movement all get actively managed here, where revenue is actually won or lost.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Check pricing, risk, and readiness signals before you push a quote or RFQ to the next stage.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pipeline and analytics views together — they tell you whether the problem is speed or win 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quote and RFQ status changes plus the reasoning behind them, which feeds revenue forecasts.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Conversion quality goes up because every commercial checkpoint is deliberate, not skipped.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58. /supplier-portal — Supplier Portal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8_supplier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Supplier Portal (Supplier portal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Handles supplier sign-up and tracks how actively they engage with us as a buyer.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Manage supplier onboarding and portal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master-data workspace — it keeps the people-and-companies records that every other workflow leans on accurate, current, and ready for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Keep account and contact attributes clean before you trigger any RFQ, campaign, or meeting from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discovered, new, and edit flows to keep duplicates and half-finished records out of core operations.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the core CRM records that every other workflow depends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Personalization, routing, and handoffs between teams all get more accurate.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59. /tasks — Tasks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59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Task Execution (Task)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Where intent becomes work — plan, assign, and close the things people actually need to do today.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the discipline layer — commitments turn into actual closed-out work here.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due actions by urgency and impact, then close them out or re-scope honestly — no zombie tasks.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Pay attention to guidance prompts after big actions (new company, activity, conversion) — they catch easy misses.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task and guidance state so next steps after big workflow events are operational, not theoretical.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Follow-ups actually happen and commitments stop slipping between teams.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60. /tasks/kanban — Kanban Board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60_tasks__kan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Task Execution (Task)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Where intent becomes work — plan, assign, and close the things people actually need to do today.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Execution reliability is built here, one assigned task with a due date at a time.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due actions by urgency and impact, then close them out or re-scope honestly — no zombie tasks.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Pay attention to guidance prompts after big actions (new company, activity, conversion) — they catch easy misses.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task and guidance state so next steps after big workflow events are operational, not theoretical.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Follow-ups actually happen and commitments stop slipping between teams.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61. /tasks/my-day — My Day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61_tasks__my-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Task Execution (Task)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Where intent becomes work — plan, assign, and close the things people actually need to do today.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Sunday, May 17,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Execution reliability is built here, one assigned task with a due date at a time.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due actions by urgency and impact, then close them out or re-scope honestly — no zombie tasks.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Pay attention to guidance prompts after big actions (new company, activity, conversion) — they catch easy misses.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task and guidance state so next steps after big workflow events are operational, not theoretical.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Follow-ups actually happen and commitments stop slipping between teams.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62. /tasks/new — Create Task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62_task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Task Execution (Task)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Where intent becomes work — plan, assign, and close the things people actually need to do today.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Execution reliability is built here, one assigned task with a due date at a time.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execution layer — it turns intent into assigned, time-bound work that the team actually closes 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Rank due actions by urgency and impact, then close them out or re-scope honestly — no zombie tasks.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Pay attention to guidance prompts after big actions (new company, activity, conversion) — they catch easy misses.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task and guidance state so next steps after big workflow events are operational, not theoretical.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Follow-ups actually happen and commitments stop slipping between teams.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63. /webcrawler — LeadBot WebCrawler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63_webcraw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Webcrawler Discovery (Discovered company/contact candidates)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Find new high-fit companies on the open web and score them by how well they match our ideal customer.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Discover companies using Google Dorks and LinkedIn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Here, work is prioritized and routed to the right person.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64. /webcrawler/dork-generator — Dork Generator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64_webcrawler__dork-gene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Webcrawler Discovery (Discovered company/contact candidates)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Find new high-fit companies on the open web and score them by how well they match our ideal customer.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On-screen header: Generate custom Google search queries for company discovery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At this point in the journey, this page keeps the customer lifecycle moving forward.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65. /webcrawler/keyword-expansion — Keyword Expansion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65_webcrawler__keyword-expa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Webcrawler Discovery (Discovered company/contact candidates)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Find new high-fit companies on the open web and score them by how well they match our ideal customer.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At this point in the journey, this page keeps the customer lifecycle moving forward.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discovery and qualification layer — it finds high-fit targets out on the web and decides which ones earn a spot in the real CRM funnel.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Read the fit evidence, run dedupe checks, and apply qualification thresholds before promoting a lead.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 the review and discovered views to keep low-fit noise away from real companies and contacts.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new or updated lead records with explicit status transitions and a clear reason for each decision.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Top-of-funnel quality rises and the team stops burning hours on companies that were never going to buy.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66. /webinars — Webinars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66_webin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Webinar Operations (Webinar + registrations)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Plan webinars, capture who registered, and route their interest into proper follow-up.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step is where the team gets a clear handle on what is in flight and who owns it. The outreach engine — build campaigns or webinars, send them, and watch how the audience reacts so the next one is sharper.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outreach engine — build campaigns or webinars, send them, and watch how the audience reacts so the next one is sharper.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Adjust sequences based on real open, click, and reply patterns plus how well the audience fits.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Treat sending and analytics as one loop: launch, measure, refine, relaunch.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campaign and send records and captures every engagement event so iteration is measurable.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Outreach gets more efficient because untargeted volume drops and response quality climbs.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67. /webinars/new — New Webinar</a:t>
            </a:r>
            <a:endParaRPr lang="en-US" sz="2000" dirty="0"/>
          </a:p>
        </p:txBody>
      </p:sp>
      <p:pic>
        <p:nvPicPr>
          <p:cNvPr id="3" name="Image 0" descr="/Users/sabelakhoua/IdeaProjects/CRM-v2/presentation_screenshots/067_webinars_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6583680" cy="5577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77240"/>
            <a:ext cx="4663440" cy="5577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0" y="914400"/>
            <a:ext cx="4297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Module: Webinar Operations (Webinar + registrations)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Module Purpose: Plan webinars, capture who registered, and route their interest into proper follow-up.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Where it fits: This is a record-creation moment, and the quality at entry shapes how fast things move later. The outreach engine — build campaigns or webinars, send them, and watch how the audience reacts so the next one is sharper.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What this page does: The outreach engine — build campaigns or webinars, send them, and watch how the audience reacts so the next one is sharper.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Try this in the demo: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Why it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Adjust sequences based on real open, click, and reply patterns plus how well the audience fits.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Treat sending and analytics as one loop: launch, measure, refine, relaunch.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Saves campaign and send records and captures every engagement event so iteration is measurable.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Outreach gets more efficient because untargeted volume drops and response quality climbs.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Bringing It All Together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7899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The real power of CRM v2 is that every page pushes the same revenue journey forward — each click leaves an audit trail and feeds the next decision, so the team works as one connected system instead of a stack of disconnected tools.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Suggested demo path: Dashboard → Discovery → Master Data → Commercial Pipeline → Execution Discipline → Growth Loops → Reporting.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922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CRM v2 Executive Walkthrough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Starz Morocco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v2 Presentation</dc:title>
  <dc:subject>CRM v2 Executive Walkthrough</dc:subject>
  <dc:creator>CRM v2</dc:creator>
  <cp:lastModifiedBy>CRM v2</cp:lastModifiedBy>
  <cp:revision>1</cp:revision>
  <dcterms:created xsi:type="dcterms:W3CDTF">2026-05-18T03:37:23Z</dcterms:created>
  <dcterms:modified xsi:type="dcterms:W3CDTF">2026-05-18T03:37:23Z</dcterms:modified>
</cp:coreProperties>
</file>